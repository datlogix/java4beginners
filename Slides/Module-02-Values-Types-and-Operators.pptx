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2" id="{1fe97771-3c33-3460-a207-2ce3222538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code WITHOUT the comments first, collect predictions, then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are only previewed here; Module 3 covers them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Average-of-marks is the classic bug: (a+b+c)/3 with 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Mileage-counter analogy for overflow; one-third-in-decimal analogy for doubles.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explain hook lines 4, 5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2 Part B has four type errors to read and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back: Math.cos and Math.sin drew the Module 1 spiral.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pain of retyping 0.621371: Module 3's constants cure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2  ·  VALUES, TYPES &amp; OPERATORS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2  ·  VALUES, TYPES &amp; OPERATORS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2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Values, Types &amp; Operators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int, double, boolean, char and String; arithmetic, integer division, overflow, casting and the Math class.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lines that seem to lie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Ex00MathSurprises.java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0.30000000000000004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-2147483648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Ex00MathSurprises.java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Predict each line </a:t>
            </a:r>
            <a:r>
              <a:rPr lang="en-US" sz="1700" b="1" dirty="0">
                <a:solidFill>
                  <a:srgbClr val="1F2933"/>
                </a:solidFill>
              </a:rPr>
              <a:t>before</a:t>
            </a:r>
            <a:r>
              <a:rPr lang="en-US" sz="1700" dirty="0">
                <a:solidFill>
                  <a:srgbClr val="1F2933"/>
                </a:solidFill>
              </a:rPr>
              <a:t> running it.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None of these is a bug.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Each follows a precise rule.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By the end of today you can explain all six, and predict lines like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TYPES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value has a type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Holds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Whole numbers, about ±2.1 billion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1_000_000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Bigger whole numbers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8_000_000_000L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Numbers with a decimal point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3.75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or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ONE character, single quotes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'J'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'7'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Text, double quotes (a class: capital 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"Java"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variable has a type too, and it never changes:  int age = 17;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ARITHMETIC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division and %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    both ints: decimals thrown away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   one double: a double answer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    the remainder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    whole hours in 200 minutes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    minutes left over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4071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    the last digit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81.66666666666667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550" dirty="0">
                <a:solidFill>
                  <a:srgbClr val="1F2933"/>
                </a:solidFill>
              </a:rPr>
              <a:t> on two ints </a:t>
            </a:r>
            <a:r>
              <a:rPr lang="en-US" sz="1550" b="1" dirty="0">
                <a:solidFill>
                  <a:srgbClr val="1F2933"/>
                </a:solidFill>
              </a:rPr>
              <a:t>chops</a:t>
            </a:r>
            <a:r>
              <a:rPr lang="en-US" sz="1550" dirty="0">
                <a:solidFill>
                  <a:srgbClr val="1F2933"/>
                </a:solidFill>
              </a:rPr>
              <a:t>, it doesn't round.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550" dirty="0">
                <a:solidFill>
                  <a:srgbClr val="1F2933"/>
                </a:solidFill>
              </a:rPr>
              <a:t> and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550" dirty="0">
                <a:solidFill>
                  <a:srgbClr val="1F2933"/>
                </a:solidFill>
              </a:rPr>
              <a:t> together split a number into groups and leftovers.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Precedence: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/ %</a:t>
            </a:r>
            <a:r>
              <a:rPr lang="en-US" sz="1550" dirty="0">
                <a:solidFill>
                  <a:srgbClr val="1F2933"/>
                </a:solidFill>
              </a:rPr>
              <a:t> before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</a:t>
            </a:r>
            <a:r>
              <a:rPr lang="en-US" sz="1550" dirty="0">
                <a:solidFill>
                  <a:srgbClr val="1F2933"/>
                </a:solidFill>
              </a:rPr>
              <a:t>. Brackets win.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06197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SURPRISES EXPLAINED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Doubles and overflow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Doubles are nearly right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+ 0.2   // 0.30000000000000004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Math.round(2.4567 * 100) / 100.0  // 2.46</a:t>
            </a:r>
            <a:endParaRPr lang="en-US" sz="13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739896"/>
            <a:ext cx="47242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Stored in binary: most decimals can't be exact.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Round for display; never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550" dirty="0">
                <a:solidFill>
                  <a:srgbClr val="1F2933"/>
                </a:solidFill>
              </a:rPr>
              <a:t> two doubles; count money in pesewas.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ints overflow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Integer.MAX_VALUE + 1  // -2147483648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(long) Integer.MAX_VALUE + 1  // 2147483648</a:t>
            </a:r>
            <a:endParaRPr lang="en-US" sz="12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739896"/>
            <a:ext cx="47242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32 bits: past the limit it wraps round.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No warning. Use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550" dirty="0">
                <a:solidFill>
                  <a:srgbClr val="1F2933"/>
                </a:solidFill>
              </a:rPr>
              <a:t> for big numbers.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TEXT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joins, left to right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"Script"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"JavaScript"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+ "3"   -&gt; "33"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"12" + 3  -&gt; "123"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"15"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66: a char is its Unicode number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'B'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"Ghana"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Once a String appears,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50" dirty="0">
                <a:solidFill>
                  <a:srgbClr val="1F2933"/>
                </a:solidFill>
              </a:rPr>
              <a:t> joins.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550" dirty="0">
                <a:solidFill>
                  <a:srgbClr val="1F2933"/>
                </a:solidFill>
              </a:rPr>
              <a:t> is 65 behind the scenes.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</a:t>
            </a:r>
            <a:r>
              <a:rPr lang="en-US" sz="1550" b="1" dirty="0">
                <a:solidFill>
                  <a:srgbClr val="1F2933"/>
                </a:solidFill>
              </a:rPr>
              <a:t>cast</a:t>
            </a:r>
            <a:r>
              <a:rPr lang="en-US" sz="1550" dirty="0">
                <a:solidFill>
                  <a:srgbClr val="1F2933"/>
                </a:solidFill>
              </a:rPr>
              <a:t>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(char)</a:t>
            </a:r>
            <a:r>
              <a:rPr lang="en-US" sz="1550" dirty="0">
                <a:solidFill>
                  <a:srgbClr val="1F2933"/>
                </a:solidFill>
              </a:rPr>
              <a:t> turns it back.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TYPES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between types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fine: widening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36.9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possible lossy conversion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36.9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36: a cast CHOPS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decimal answer from ints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-&gt; 42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"19.99"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valueOf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42 -&gt; "42"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Java widens safely by itself.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Anything that might lose data needs a cast.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parseInt("forty")</a:t>
            </a:r>
            <a:r>
              <a:rPr lang="en-US" sz="1550" dirty="0">
                <a:solidFill>
                  <a:srgbClr val="1F2933"/>
                </a:solidFill>
              </a:rPr>
              <a:t> crashes: Module 13 handles it.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MATH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class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02336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Gives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Math.sqrt(x)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Math.sqrt(144)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Math.pow(a, b)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Math.pow(2, 10)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1024.0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Math.abs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Math.max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Math.min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Math.max(4, 9)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Math.round(x)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Math.round(2.5)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Math.floor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Math.ceil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Math.ceil(2.1)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Math.PI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Math.PI * r * 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π r²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There's no ^ for powers in Java. Use Math.pow, or multiply.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Integer division by accident: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r>
              <a:rPr lang="en-US" sz="1450" dirty="0">
                <a:solidFill>
                  <a:srgbClr val="FFFFFF"/>
                </a:solidFill>
              </a:rPr>
              <a:t> is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Expecting a cast to round: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 2.99</a:t>
            </a:r>
            <a:r>
              <a:rPr lang="en-US" sz="1450" dirty="0">
                <a:solidFill>
                  <a:srgbClr val="FFFFFF"/>
                </a:solidFill>
              </a:rPr>
              <a:t> is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 + 2 + 3</a:t>
            </a:r>
            <a:r>
              <a:rPr lang="en-US" sz="1450" dirty="0">
                <a:solidFill>
                  <a:srgbClr val="FFFFFF"/>
                </a:solidFill>
              </a:rPr>
              <a:t> is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23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Single quotes round text.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50" dirty="0">
                <a:solidFill>
                  <a:srgbClr val="FFFFFF"/>
                </a:solidFill>
              </a:rPr>
              <a:t> stores,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50" dirty="0">
                <a:solidFill>
                  <a:srgbClr val="FFFFFF"/>
                </a:solidFill>
              </a:rPr>
              <a:t> compares.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FFFFFF"/>
                </a:solidFill>
              </a:rPr>
              <a:t> instead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predict each line first.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Explain all six hook lines in one sentence each.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let Java do the sums.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predict, then fix the type errors.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Cheat Sheet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Four sections (temperature, distance, time with / and %, and one of your choice), every number calculated by Java and rounded to 2 places.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3, Variables, Input &amp; Strings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Values, Types &amp; Operators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2026-10-05T04:01:21Z</dcterms:created>
  <dcterms:modified xsi:type="dcterms:W3CDTF">2026-10-05T04:01:21Z</dcterms:modified>
</cp:coreProperties>
</file>