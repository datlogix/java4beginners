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5" id="{269874bd-5c8c-7166-e72b-c55a49070fd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7 is most likely: six pairs make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count-- live and stop it with Ctrl+C.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 and Ex04.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variable only exists inside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Ex07 and Ex08.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Ex09 has the triangle and pyramid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Ex11 with the class. It's binary search, which returns in Module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game at a time. Print the secret number while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5  ·  LOOPS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5  ·  LOOPS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5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while, do-while and for; accumulators, break and continue, nested loops, and random numbers.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million dice rolls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Ex00DiceMillion.java (the output)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Rolled two dice 1,000,000 times in 40 ms.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| ******                                       2.74%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| *************                                5.54%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| ***************************                 11.08%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| *****************************************   16.69%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| ***************************                 11.14%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| *************                                5.55%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| ******                                       2.78%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Ex00DiceMillion.java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A million rolls, counted and charted.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In less time than a blink.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Run it again: the shape never changes.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One idea makes this possible: a loop.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WHILE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while a condition is true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this: an infinite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"Liftoff!"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keep asking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 to 10, please: 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Check, run, go back, check again.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Something must make the condition false.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Stuck? </a:t>
            </a:r>
            <a:r>
              <a:rPr lang="en-US" sz="1650" b="1" dirty="0">
                <a:solidFill>
                  <a:srgbClr val="1F2933"/>
                </a:solidFill>
              </a:rPr>
              <a:t>Ctrl+C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TWO PATTERNS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Sentinels and do-while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A sentinel loop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= in.nextLine();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(!entry.equals("done"))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 = in.nextLine();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480560"/>
            <a:ext cx="47242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Read before the loop, and at the end of it.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Stop on a special value.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do-while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showMenu();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choice = in.nextLine();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(!choice.equals("3"));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4233672"/>
            <a:ext cx="47242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Runs at least once.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Perfect for menus. Note the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FOR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loops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56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Loop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Gives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(int i = 0; i &lt; 5; i++)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0 1 2 3 4 (the most common form)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(int i = 1; i &lt;= 5; i++)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1 2 3 4 5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(int i = 0; i &lt;= 100; i += 10)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0 10 20 ... 100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(int i = 10; i &gt;= 1; i--)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10 9 8 ... 1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(int i = 0; i &lt; s.length(); i++)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every index of a String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for when you know how many times; while when you're waiting for something; do-while to run at least once.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PATTERNS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Accumulators, break and continue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MIN_VALUE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Start totals and counters BEFORE the loop.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A product starts at 1, not 0.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650" dirty="0">
                <a:solidFill>
                  <a:srgbClr val="1F2933"/>
                </a:solidFill>
              </a:rPr>
              <a:t> leaves;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650" dirty="0">
                <a:solidFill>
                  <a:srgbClr val="1F2933"/>
                </a:solidFill>
              </a:rPr>
              <a:t> skips to the next round.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NESTED LOOPS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loop inside a loop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7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"%4d"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inner loop runs completely each time the outer goes round.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6 x 6 = 36 iterations.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Rows and columns: tables, patterns, grids.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RANDOMNESS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java.util.Random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one, reused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to 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22 to 35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nextBoolean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chance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0.0 to just under 1.0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seed: same numbers every run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nextInt(n)</a:t>
            </a:r>
            <a:r>
              <a:rPr lang="en-US" sz="1550" dirty="0">
                <a:solidFill>
                  <a:srgbClr val="1F2933"/>
                </a:solidFill>
              </a:rPr>
              <a:t> gives 0 to n-1.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Seeds make tests repeatable.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Ex11: the computer guesses your number in 7 tries.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An infinite loop: nothing changes the condition.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Off-by-one: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50" dirty="0">
                <a:solidFill>
                  <a:srgbClr val="FFFFFF"/>
                </a:solidFill>
              </a:rPr>
              <a:t> versus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50" dirty="0">
                <a:solidFill>
                  <a:srgbClr val="FFFFFF"/>
                </a:solidFill>
              </a:rPr>
              <a:t>, starting at 0 or 1.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50" dirty="0">
                <a:solidFill>
                  <a:srgbClr val="FFFFFF"/>
                </a:solidFill>
              </a:rPr>
              <a:t> straight after the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(...)</a:t>
            </a:r>
            <a:r>
              <a:rPr lang="en-US" sz="1450" dirty="0">
                <a:solidFill>
                  <a:srgbClr val="FFFFFF"/>
                </a:solidFill>
              </a:rPr>
              <a:t> or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(...)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Resetting the total INSIDE the loop.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Using the loop variable after the loop.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Creating a new Random or Scanner every time round.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break one and stop it with Ctrl+C.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times tables and nested patterns.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lab readings statistics.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project, then commit and push.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Games Arcade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A do-while menu with Guess the Number, Dice Duel and a Times Table Challenge, using while, do-while and for, and counting games played.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6, Arrays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Loops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2026-10-05T04:03:28Z</dcterms:created>
  <dcterms:modified xsi:type="dcterms:W3CDTF">2026-10-05T04:03:28Z</dcterms:modified>
</cp:coreProperties>
</file>