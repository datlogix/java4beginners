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8" id="{88ca7b6f-521a-82db-e334-f7e4b129d9e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add a drawCloud method by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Ex01 shows the copy-and-paste version next to the method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Ex02 prints a trace of the jumps. Connect to the call stack and stack traces.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Ex06 and Ex07.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Ex05 and Ex09. Module 17 turns checks into JUnit.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Ex10. Exercise 2 is exactly this refactoring.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Methods in order, checks after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8  ·  METHODS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8  ·  METHODS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8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Writing your own methods: parameters, return values, overloading, scope, Javadoc, and designing with them.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method, a whole village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Ex00Village.java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drawHouse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Graphics2D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setColor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fillRect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drawHouse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nextInt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walls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Ex00Village.java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Written once, called nine times.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Change the roof once: every house changes.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Try 20 houses.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You've used methods since Module 1. Today you write your 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methods?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02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0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No repetition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fix a bug once, and it's fixed everywhere.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9603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61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6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603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Names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printBanner("Report")</a:t>
            </a:r>
            <a:r>
              <a:rPr lang="en-US" sz="1600" dirty="0">
                <a:solidFill>
                  <a:srgbClr val="1F2933"/>
                </a:solidFill>
              </a:rPr>
              <a:t> says what it does.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0462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19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462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Smaller pieces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twenty short methods beat one 300-line main.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51320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78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377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20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Testing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check a method alone, with chosen inputs.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DEFINING AND CALLING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and arguments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6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name: a PARAMETER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"Akwaaba, 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printReceiptLine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"Afua"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</a:t>
            </a:r>
            <a:r>
              <a:rPr lang="en-US" sz="16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"Afua": an ARGUMENT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printReceiptLine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6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"Breadboard"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25.0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6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Inside the class, outside other methods.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Arguments match in number, order, type.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call jumps in, runs, comes back.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54076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5407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RETURN VALUES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an answer back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3657600"/>
          </a:xfrm>
          <a:prstGeom prst="roundRect">
            <a:avLst>
              <a:gd name="adj" fmla="val 3000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celsiusToFahrenheit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isPrime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return ends the method now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return type says what comes back.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The call is replaced by its result.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Every path must return: "missing return statement".</a:t>
            </a:r>
            <a:endParaRPr lang="en-US" sz="1650" dirty="0"/>
          </a:p>
        </p:txBody>
      </p:sp>
      <p:sp>
        <p:nvSpPr>
          <p:cNvPr id="11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Methods that work something out should RETURN it, not print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80136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01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SCOPE AND COPIES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method can and can't change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Primitives: a copy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768096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change(int n) { n = 999;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5;  change(n);   // still 5</a:t>
            </a:r>
            <a:endParaRPr lang="en-US" sz="14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739896"/>
            <a:ext cx="47242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Parameters are local copies.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Return the new value instead.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Arrays and lists: shared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doubleAll(int[] v)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(...) v[i] *= 2;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// caller's array changes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reference is copied.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Same array, so its contents change.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23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3"/>
                </a:solidFill>
              </a:rPr>
              <a:t>Local variables live only inside their method. Shared constants go in the class: static final.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GOOD HABITS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Overloading, Javadoc and checks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area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Works out the body mass index.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weightKg the weight in kilograms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@param heightM the height in metres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@return weight divided by height squared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weightKg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heightM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Same name, different parameters.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Javadoc pops up when you hover.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Check boundaries: is BMI 18.5 healthy?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DESIGN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as a table of contents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printWelcome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many temperatures? 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readTemperatures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printReport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Each method does ONE job.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Its name says what.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Needs "and" to describe it? Split it.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method inside another method.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sayHello;</a:t>
            </a:r>
            <a:r>
              <a:rPr lang="en-US" sz="1450" dirty="0">
                <a:solidFill>
                  <a:srgbClr val="FFFFFF"/>
                </a:solidFill>
              </a:rPr>
              <a:t> instead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sayHello();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Calling a method and ignoring its result.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Printing where you should return.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Expecting a method to change an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50" dirty="0">
                <a:solidFill>
                  <a:srgbClr val="FFFFFF"/>
                </a:solidFill>
              </a:rPr>
              <a:t> you passed.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Giant methods that don't fit on the screen.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add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drawCloud</a:t>
            </a:r>
            <a:r>
              <a:rPr lang="en-US" sz="1600" dirty="0">
                <a:solidFill>
                  <a:srgbClr val="1F2933"/>
                </a:solidFill>
              </a:rPr>
              <a:t> to the village.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toolkit that passes 25 checks.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restructure a long program.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Tic-Tac-Toe, Restructured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Module 6's game rebuilt from short methods, with a computer opponent that wins, blocks, takes the centre, or plays randomly.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TicTacToe.java test</a:t>
            </a:r>
            <a:r>
              <a:rPr lang="en-US" sz="1450" dirty="0">
                <a:solidFill>
                  <a:srgbClr val="DCE4EE"/>
                </a:solidFill>
              </a:rPr>
              <a:t> must give 16 PASS lines.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9, Capstone 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8: Methods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2026-10-05T04:03:28Z</dcterms:created>
  <dcterms:modified xsi:type="dcterms:W3CDTF">2026-10-05T04:03:28Z</dcterms:modified>
</cp:coreProperties>
</file>