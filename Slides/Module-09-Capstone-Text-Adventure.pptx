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9" id="{9fd0af71-76fa-c386-fc41-5a68873cec9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starter live. It has two rooms and go/look/help/quit.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 group sizes before the module starts. Approve solo requests before Stage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10 will show a Room class that tidies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§4 of the README for the full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a swap-and-playtest session before the final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Assessment criteria are in §7 of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9  ·  CAPSTONE 1: TEXT ADVENTURE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9  ·  CAPSTONE 1: TEXT ADVENTURE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CAPSTONE 1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Adventure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A team-built game using everything from Part 1, in stages, with a real Git history.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88823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88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WHAT YOU'LL BUILD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Lost Robot of Makerspace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game session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Soldering irons cool on the benches. A half-built robot slumps in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corner, missing its battery. Doors lead north and east.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see: screwdriver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take screwdriver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pick up the screwdriver.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go north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ROOM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Shelves of components stretch into the dark.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see: battery, torch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Adventure.java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Explore by typing commands.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Pick things up, solve a puzzle, reach an ending.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Built as a team, in stages.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Your world, your puzzle, your story. Same skills as Modules 1-8.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TEAMS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teams are formed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690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Class size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Group size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Up to 20 students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Pairs (2:1)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More than 20 students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Groups of 4 (4:1)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Approved solo ("daring")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1:1, with every stretch goal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Everyone commits under their own name. One person making every commit is a problem to fix early.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DESIGN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is data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ROOM_NAMES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addRoom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"workshop"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"Workshop"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"Soldering irons cool..."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addExit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"workshop"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"store room"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addItem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"store room"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"battery"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currentRoom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currentRoom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Rooms by key; maps look everything up.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Add rooms by adding data, not ifs.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Player state lives in main.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02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02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world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6+ rooms, 5+ items, a locked route, a way to win and a way to lose.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29603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61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061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603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commands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go (and n/s/e/w), take, drop, inventory, look, help, quit, and one of your own.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0462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919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462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code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8+ methods with Javadoc; a list, a map and a set; no static variables except constants and world data.</a:t>
            </a:r>
            <a:endParaRPr lang="en-US" sz="1800" dirty="0"/>
          </a:p>
        </p:txBody>
      </p:sp>
      <p:sp>
        <p:nvSpPr>
          <p:cNvPr id="17" name="Point 4"/>
          <p:cNvSpPr/>
          <p:nvPr/>
        </p:nvSpPr>
        <p:spPr>
          <a:xfrm>
            <a:off x="548640" y="51320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3778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3778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320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No crashes, ever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empty input, extra spaces, capitals, nonsense.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TIMELINE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Team, repository, world designed on paper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All rooms; go, look, help, quit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take, drop, inventory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The locked route, your own command, winning and losing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Playtesting: try to break it, fix it, stretch goals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Final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README, Javadoc, final push before the deadline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Never push code that doesn't compile: your teammates will pull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AVOID THESE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Teamwork pitfalls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Not pulling before you start: painful merge conflicts.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Two people editing the same method at once.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One giant commit the night before the deadline.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Pushing code that doesn't compile.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Copy-pasted blocks that should be methods.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 README: a stranger can't play your game.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Confirm your team (or solo status).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Create and share the team repository.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Design the world on paper: map, items, puzzle, ending.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Work through the stages, committing every session.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Text Adventure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A complete, winnable game, built from methods and collections, that never crashes, with a README, a map, and commits from everyone.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10, Classes &amp; Objects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Capstone 1: Text Adventure</dc:title>
  <dc:subject>Lecture slides</dc:subject>
  <dc:creator>Introduction to Java Programming</dc:creator>
  <cp:lastModifiedBy>Introduction to Java Programming</cp:lastModifiedBy>
  <cp:revision>1</cp:revision>
  <dcterms:created xsi:type="dcterms:W3CDTF">2026-10-05T04:03:29Z</dcterms:created>
  <dcterms:modified xsi:type="dcterms:W3CDTF">2026-10-05T04:03:29Z</dcterms:modified>
</cp:coreProperties>
</file>