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1" id="{fabc7cc5-c12d-4fe3-65cf-ce59b8c2aff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Challenge: add a new shape by the end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Ex01 and Ex02 (the Trotro prints each constructor layer).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Ex03. The comment's point is dynamic dispatch.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Ex04's chorus method works with animals that don't exist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Ex05 and Ex10 (payroll).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Ex06 to Ex09.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Check-by-hand values are in the project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11  ·  INHERITANCE &amp; POLYMORPHISM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11  ·  INHERITANCE &amp; POLYMORPHISM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11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 &amp; Polymorphism</a:t>
            </a:r>
            <a:endParaRPr lang="en-US" sz="40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extends and super, overriding, abstract classes, the Object class, equals and hashCode, and composition.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line, twelve drawings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Ex00ShapeParade.java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Graphics2D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</a:t>
            </a:r>
            <a:r>
              <a:rPr lang="en-US" sz="12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circle...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fillOval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...with a hole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Ex00ShapeParade.java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Circles, squares, stars and rings.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No </a:t>
            </a:r>
            <a:r>
              <a:rPr lang="en-US" sz="17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(it's a star)</a:t>
            </a:r>
            <a:r>
              <a:rPr lang="en-US" sz="1700" dirty="0">
                <a:solidFill>
                  <a:srgbClr val="1F2933"/>
                </a:solidFill>
              </a:rPr>
              <a:t> anywhere.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Each shape draws itself.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Add a Heart class and the loop doesn't change. That's polymorphism.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367028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367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INHERITANCE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shared code once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1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 the Animal part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something only Dogs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A Dog </a:t>
            </a:r>
            <a:r>
              <a:rPr lang="en-US" sz="1650" b="1" dirty="0">
                <a:solidFill>
                  <a:srgbClr val="1F2933"/>
                </a:solidFill>
              </a:rPr>
              <a:t>is an</a:t>
            </a:r>
            <a:r>
              <a:rPr lang="en-US" sz="1650" dirty="0">
                <a:solidFill>
                  <a:srgbClr val="1F2933"/>
                </a:solidFill>
              </a:rPr>
              <a:t> Animal.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It inherits everything, and adds more.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super(...)</a:t>
            </a:r>
            <a:r>
              <a:rPr lang="en-US" sz="1650" dirty="0">
                <a:solidFill>
                  <a:srgbClr val="1F2933"/>
                </a:solidFill>
              </a:rPr>
              <a:t> must be the first line.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Extend one class only.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OVERRIDING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Replacing inherited behaviour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monthlyPay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monthlyPay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allowance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"Kofi"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payslip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2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Employee's payslip() calls monthlyPay()...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2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...and MANAGER's version runs</a:t>
            </a:r>
            <a:endParaRPr lang="en-US" sz="12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Same name and parameters.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r>
              <a:rPr lang="en-US" sz="1650" dirty="0">
                <a:solidFill>
                  <a:srgbClr val="1F2933"/>
                </a:solidFill>
              </a:rPr>
              <a:t>: let the compiler check.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super.method()</a:t>
            </a:r>
            <a:r>
              <a:rPr lang="en-US" sz="1650" dirty="0">
                <a:solidFill>
                  <a:srgbClr val="1F2933"/>
                </a:solidFill>
              </a:rPr>
              <a:t> extends rather than replaces.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POLYMORPHISM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variable vs the object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V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The variable decides…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76809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pet = new Dog("Rex");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pet.fetch();   // compile error</a:t>
            </a:r>
            <a:endParaRPr lang="en-US" sz="15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3739896"/>
            <a:ext cx="47242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…which methods you may </a:t>
            </a:r>
            <a:r>
              <a:rPr lang="en-US" sz="1550" b="1" dirty="0">
                <a:solidFill>
                  <a:srgbClr val="1F2933"/>
                </a:solidFill>
              </a:rPr>
              <a:t>call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Only Animal's methods.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The object decides…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0149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pet.speak();   // Rex says Woof!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 = new Cat("Tom");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pet.speak();   // Tom says Meow.</a:t>
            </a:r>
            <a:endParaRPr lang="en-US" sz="15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3986784"/>
            <a:ext cx="4724248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…which version </a:t>
            </a:r>
            <a:r>
              <a:rPr lang="en-US" sz="1550" b="1" dirty="0">
                <a:solidFill>
                  <a:srgbClr val="1F2933"/>
                </a:solidFill>
              </a:rPr>
              <a:t>runs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Dynamic dispatch.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ABSTRACT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classes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body: subclasses MUST write one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perimeter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normal methods can use them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"area %.2f"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error: Shape is abstract; cannot be instantiated</a:t>
            </a:r>
            <a:endParaRPr lang="en-US" sz="15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An idea, not a real thing.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 guarantee: every Shape has area().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Can still have fields and constructors.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367028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367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THE DETAILS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Access, Object, instanceof, final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6169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Idea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In short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protected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This class, subclasses, and the same package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Object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Every class extends it: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toString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equals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hashCode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equals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 +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hashCode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Override both, from the same fields, or HashSet misbehaves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instanceof Phone 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Test and convert in one; prefer overriding to long chains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final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 class/method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Can't be extended / overridden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IS-A: inheritance. HAS-A: composition (a field). A Car has an Engine; it isn't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Forgetting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super(...)</a:t>
            </a:r>
            <a:r>
              <a:rPr lang="en-US" sz="1450" dirty="0">
                <a:solidFill>
                  <a:srgbClr val="FFFFFF"/>
                </a:solidFill>
              </a:rPr>
              <a:t>, or not putting it first.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Misspelling an override without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Calling a subclass method through a superclass variable.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Inheritance for "has a".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</a:t>
            </a:r>
            <a:r>
              <a:rPr lang="en-US" sz="1450" dirty="0">
                <a:solidFill>
                  <a:srgbClr val="FFFFFF"/>
                </a:solidFill>
              </a:rPr>
              <a:t> without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hashCode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equals(Point other)</a:t>
            </a:r>
            <a:r>
              <a:rPr lang="en-US" sz="1450" dirty="0">
                <a:solidFill>
                  <a:srgbClr val="FFFFFF"/>
                </a:solidFill>
              </a:rPr>
              <a:t> instead of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equals(Object other)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add a shape to the parade.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a family of shapes.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savings and current accounts.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 in your track.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 of Classes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Track A: staff payroll (DA 97%, HRA 10%, PF 12%). Track B: AC circuit components and resonance. Track C: a medical device fleet.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12, Interfaces, Enums &amp; Records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11: Inheritance &amp; Polymorphism</dc:title>
  <dc:subject>Lecture slides</dc:subject>
  <dc:creator>Introduction to Java Programming</dc:creator>
  <cp:lastModifiedBy>Introduction to Java Programming</cp:lastModifiedBy>
  <cp:revision>1</cp:revision>
  <dcterms:created xsi:type="dcterms:W3CDTF">2026-10-05T04:05:20Z</dcterms:created>
  <dcterms:modified xsi:type="dcterms:W3CDTF">2026-10-05T04:05:20Z</dcterms:modified>
</cp:coreProperties>
</file>