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5" id="{e6aaf597-9a5a-0e60-c878-5397450276d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top-3 pipeline aloud as an English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 and Ex02.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Ex03; Ex04 makes a class Iterable.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 and Ex06. countMatching takes any Predicate.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Ex08; Ex09 shows removeIf, replaceAll, computeIfAbsent,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pipelines one step at a time, printing as you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15  ·  GENERICS, COLLECTIONS &amp; LAMBDAS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15  ·  GENERICS, COLLECTIONS &amp; LAMBDAS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15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Generics, Collections &amp; Lambdas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Generic classes and methods, the Collections Framework, functional interfaces, method references, and streams.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questions, six statements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Ex00OneLineAnswers.java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mapToDouble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top3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byCategory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groupingBy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summingDouble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Ex00OneLineAnswers.java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 month of makerspace sales.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Each answer reads like the question.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Built on generics and lambdas.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Streams: how modern Java processes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GENERICS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class, any type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 error: a Box&lt;String&gt; holds Strings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"mango"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550" dirty="0">
                <a:solidFill>
                  <a:srgbClr val="1F2933"/>
                </a:solidFill>
              </a:rPr>
              <a:t> is filled in when it's used.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Type-checked, no casts.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</a:t>
            </a:r>
            <a:r>
              <a:rPr lang="en-US" sz="1550" b="1" dirty="0">
                <a:solidFill>
                  <a:srgbClr val="1F2933"/>
                </a:solidFill>
              </a:rPr>
              <a:t>bound</a:t>
            </a:r>
            <a:r>
              <a:rPr lang="en-US" sz="1550" dirty="0">
                <a:solidFill>
                  <a:srgbClr val="1F2933"/>
                </a:solidFill>
              </a:rPr>
              <a:t>: T must be comparable.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extends Number</a:t>
            </a:r>
            <a:r>
              <a:rPr lang="en-US" sz="1550" dirty="0">
                <a:solidFill>
                  <a:srgbClr val="1F2933"/>
                </a:solidFill>
              </a:rPr>
              <a:t>: some kind of number.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54076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40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FRAMEWORK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and classes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Interface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Is…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Main classes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ordered, duplicates, by index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ArrayList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LinkedList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no duplicates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HashSet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TreeSet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LinkedHashSet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first in, first 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ArrayDeque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PriorityQueue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Deque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both ends: also a stack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ArrayDeque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keys to values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HashMap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TreeMap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LinkedHashMap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PriorityQueue always hands out the smallest (or first by your Comparator).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LAMBDAS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Ready-made functional interfaces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474720"/>
                <a:gridCol w="4599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Interface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Shape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Predicate&lt;T&gt;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 → boolean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-&gt; n % 2 == 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Function&lt;T, R&gt;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 → 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s.length()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Consumer&lt;T&gt;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 → nothing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System.out.println(s)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Supplier&lt;T&gt;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nothing → 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() -&gt; new ArrayList&lt;&gt;()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BiFunction&lt;T, U, R&gt;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T, U → 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(v, i) -&gt; v / 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Method references: Integer::parseInt, String::toUpperCase, System.out::println, ArrayList::new.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STREAMS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Source, steps, result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topThree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keep the passes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reverseOrder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biggest first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three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terminal step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mapToInt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intValue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orElse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anyMatch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Nothing happens until the terminal step.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original is never changed.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stream is used once.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COLLECTORS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Grouping, counting, joining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groupingBy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groupingBy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groupingBy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averagingDouble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TreeMap::new</a:t>
            </a:r>
            <a:r>
              <a:rPr lang="en-US" sz="1550" dirty="0">
                <a:solidFill>
                  <a:srgbClr val="1F2933"/>
                </a:solidFill>
              </a:rPr>
              <a:t> sorts the keys.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partitioningBy</a:t>
            </a:r>
            <a:r>
              <a:rPr lang="en-US" sz="1550" dirty="0">
                <a:solidFill>
                  <a:srgbClr val="1F2933"/>
                </a:solidFill>
              </a:rPr>
              <a:t>: true and false groups.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r>
              <a:rPr lang="en-US" sz="1550" dirty="0">
                <a:solidFill>
                  <a:srgbClr val="1F2933"/>
                </a:solidFill>
              </a:rPr>
              <a:t>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orElse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ifPresent</a:t>
            </a:r>
            <a:r>
              <a:rPr lang="en-US" sz="1550" dirty="0">
                <a:solidFill>
                  <a:srgbClr val="1F2933"/>
                </a:solidFill>
              </a:rPr>
              <a:t>, never blind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List&lt;int&gt;</a:t>
            </a:r>
            <a:r>
              <a:rPr lang="en-US" sz="1450" dirty="0">
                <a:solidFill>
                  <a:srgbClr val="FFFFFF"/>
                </a:solidFill>
              </a:rPr>
              <a:t>: use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Using a stream twice.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the terminal step.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Expecting a stream to change the list.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.get()</a:t>
            </a:r>
            <a:r>
              <a:rPr lang="en-US" sz="1450" dirty="0">
                <a:solidFill>
                  <a:srgbClr val="FFFFFF"/>
                </a:solidFill>
              </a:rPr>
              <a:t> on an empty Optional.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Clever one-liners nobody can read.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a seventh question to the hook.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generic toolkit, with loops.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ten questions, ten streams.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Questions of Data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film club explorer with Page&lt;T&gt;. Track B: a parts inventory with Inventory&lt;T extends StockItem&gt;. Track C: a clinic flow analyser with Histogram&lt;T&gt;.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16, Recursion &amp; Algorithms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15: Generics, Collections &amp; Lambdas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2026-10-05T04:07:22Z</dcterms:created>
  <dcterms:modified xsi:type="dcterms:W3CDTF">2026-10-05T04:07:22Z</dcterms:modified>
</cp:coreProperties>
</file>