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3" id="{a389ad50-963f-e0c1-2dfd-bd31f16972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the class to shout inputs that might break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the first line mentioning your own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Ex02, Ex03, 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walks NumberFormatException's family tree. Ex07: throws IOException.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 and Ex08. Checked if the caller can recover.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Ex10 walkthrough live,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include a debugging diary in their project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13  ·  EXCEPTIONS &amp; DEBUGGING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13  ·  EXCEPTIONS &amp; DEBUGGING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13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&amp; Debugging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Stack traces, try/catch/finally, checked and unchecked exceptions, your own exceptions, and the VS Code debugger.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to break this calculator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Ex00CrashProofCalculator.java (round 2)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 ten + 2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Those don't look like numbers. Try: 12 *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 7 /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can't divide by zero.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 2 ^ 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operator: ^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a sum like: 12 *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 12 *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48.0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Ex00CrashProofCalculator.java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Round 1 dies on the first bad answer.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Round 2 survives anything.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The difference: a few lines of try/catch.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program that crashes on bad input is a broken program.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STACK TRACES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crash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in thread "main" java.lang.ArithmeticException: / by zero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Ex01ReadingStackTraces.average(Ex01ReadingStackTraces.java:13)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Ex01ReadingStackTraces.report(Ex01ReadingStackTraces.java:17)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 Ex01ReadingStackTraces.main(Ex01ReadingStackTraces.java:22)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First line: </a:t>
            </a:r>
            <a:r>
              <a:rPr lang="en-US" sz="1550" b="1" dirty="0">
                <a:solidFill>
                  <a:srgbClr val="1F2933"/>
                </a:solidFill>
              </a:rPr>
              <a:t>what</a:t>
            </a:r>
            <a:r>
              <a:rPr lang="en-US" sz="1550" dirty="0">
                <a:solidFill>
                  <a:srgbClr val="1F2933"/>
                </a:solidFill>
              </a:rPr>
              <a:t> went wrong.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</a:t>
            </a:r>
            <a:r>
              <a:rPr lang="en-US" sz="1550" dirty="0">
                <a:solidFill>
                  <a:srgbClr val="1F2933"/>
                </a:solidFill>
              </a:rPr>
              <a:t> lines: </a:t>
            </a:r>
            <a:r>
              <a:rPr lang="en-US" sz="1550" b="1" dirty="0">
                <a:solidFill>
                  <a:srgbClr val="1F2933"/>
                </a:solidFill>
              </a:rPr>
              <a:t>where</a:t>
            </a:r>
            <a:r>
              <a:rPr lang="en-US" sz="1550" dirty="0">
                <a:solidFill>
                  <a:srgbClr val="1F2933"/>
                </a:solidFill>
              </a:rPr>
              <a:t>, most recent first.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cause may be further down: here, line 22 passed an empty array.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/ CATCH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an exception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 a whole number: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if parseInt worked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NumberFormatException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Not a whole number. Try again."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If a line throws, jump to the catch.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Then carry on normally.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Several catches: first match wins.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r>
              <a:rPr lang="en-US" sz="1550" dirty="0">
                <a:solidFill>
                  <a:srgbClr val="1F2933"/>
                </a:solidFill>
              </a:rPr>
              <a:t> always runs.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FAMILY TREE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and unchecked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4206240"/>
                <a:gridCol w="2039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Extends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Compiler insists?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Unchecked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RuntimeException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ArithmeticException, NumberFormatException, NullPointerException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Checked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Exception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IOException, InterruptedException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Yes: catch or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throws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Errors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Error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StackOverflowError, OutOfMemoryError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Don't catch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catch catches its type AND every subclass. Put specific catches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YOUR OWN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Throwing, and custom exceptions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"Short by GHS %.2f"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shortBy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InsufficientFundsException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650" dirty="0">
                <a:solidFill>
                  <a:srgbClr val="1F2933"/>
                </a:solidFill>
              </a:rPr>
              <a:t>: bad argument.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IllegalStateException</a:t>
            </a:r>
            <a:r>
              <a:rPr lang="en-US" sz="1650" dirty="0">
                <a:solidFill>
                  <a:srgbClr val="1F2933"/>
                </a:solidFill>
              </a:rPr>
              <a:t>: bad moment.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Your own class: exactly what went wrong, with details.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DEBUGGER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bugs that don't crash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Breakpoint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Click left of a line number: a red dot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Start debugging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Debug above main, or F5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Step Over / Into / Out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F10 / F11 / Shift+F11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Look inside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The Variables panel, hovering, the Watch panel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Stop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Shift+F5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Ex10BuggyAverage says 87.50 instead of 81.67. Find out why by stepping, not staring.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(Exception e) { }</a:t>
            </a:r>
            <a:r>
              <a:rPr lang="en-US" sz="1450" dirty="0">
                <a:solidFill>
                  <a:srgbClr val="FFFFFF"/>
                </a:solidFill>
              </a:rPr>
              <a:t>: hiding problems.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Catching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r>
              <a:rPr lang="en-US" sz="1450" dirty="0">
                <a:solidFill>
                  <a:srgbClr val="FFFFFF"/>
                </a:solidFill>
              </a:rPr>
              <a:t> everywhere.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general catch before a specific one.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a variable declared inside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50" dirty="0">
                <a:solidFill>
                  <a:srgbClr val="FFFFFF"/>
                </a:solidFill>
              </a:rPr>
              <a:t> after it.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Throwing plain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Guessing instead of debugging.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debug Ex10 with breakpoints.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crash-proof input helpers (with checks).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four bugs, found with the debugger.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That Never Crash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an ATM with PIN lockout. Track B: a safe circuit calculator with SI parsing. Track C: a vitals entry validator and dose calculator.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14, Files &amp; Data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13: Exceptions &amp; Debugging</dc:title>
  <dc:subject>Lecture slides</dc:subject>
  <dc:creator>Introduction to Java Programming</dc:creator>
  <cp:lastModifiedBy>Introduction to Java Programming</cp:lastModifiedBy>
  <cp:revision>1</cp:revision>
  <dcterms:created xsi:type="dcterms:W3CDTF">2026-10-05T04:05:20Z</dcterms:created>
  <dcterms:modified xsi:type="dcterms:W3CDTF">2026-10-05T04:05:20Z</dcterms:modified>
</cp:coreProperties>
</file>