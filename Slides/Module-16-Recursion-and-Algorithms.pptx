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6" id="{f489ba28-d688-b6ce-b95c-06d138f98a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would you draw this with loops? (Painfully.)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 to Ex03; Ex02 prints the call stack growing and shrinking.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Ex06. It's how Module 5's computer guessed your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Ex07 to Ex09 print every step. Trace one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Ex10SortingRace live: 64,000 items, insertion ~360 ms vs merge ~8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track includes a timing experiment and a Big-O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16  ·  RECURSION &amp; ALGORITHMS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16  ·  RECURSION &amp; ALGORITHMS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16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&amp; Algorithms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Methods that call themselves, the call stack, memoisation, binary search, sorting, and Big-O.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tree from one method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Ex00FractalTree.java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Graphics2D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 small: stop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SHRINK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SHRINK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Ex00FractalTree.java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One line, then two smaller trees.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Over 2000 branches.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Try ANGLE 60, SHRINK 0.8.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A method that calls itself is recursive.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RECURSION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 and recursive case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case: answer directly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case: a SMALLER problem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Every call must get closer to the base case.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Trust the recursion.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No base case: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StackOverflowError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MEMOISATION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Fibonacci: remember the answers</a:t>
            </a:r>
            <a:endParaRPr lang="en-US" sz="3200" dirty="0"/>
          </a:p>
        </p:txBody>
      </p:sp>
      <p:sp>
        <p:nvSpPr>
          <p:cNvPr id="5" name="Stat 1"/>
          <p:cNvSpPr/>
          <p:nvPr/>
        </p:nvSpPr>
        <p:spPr>
          <a:xfrm>
            <a:off x="548640" y="1920240"/>
            <a:ext cx="348477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331,160,281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calls for the naive </a:t>
            </a:r>
            <a:r>
              <a:rPr lang="en-US" sz="15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fib(40)</a:t>
            </a:r>
            <a:endParaRPr lang="en-US" sz="1500" dirty="0"/>
          </a:p>
        </p:txBody>
      </p:sp>
      <p:sp>
        <p:nvSpPr>
          <p:cNvPr id="8" name="Stat 2"/>
          <p:cNvSpPr/>
          <p:nvPr/>
        </p:nvSpPr>
        <p:spPr>
          <a:xfrm>
            <a:off x="4353458" y="1920240"/>
            <a:ext cx="348477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6338" y="21488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627778" y="3566160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calls for </a:t>
            </a:r>
            <a:r>
              <a:rPr lang="en-US" sz="15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fib(40)</a:t>
            </a:r>
            <a:r>
              <a:rPr lang="en-US" sz="1500" dirty="0">
                <a:solidFill>
                  <a:srgbClr val="1F2933"/>
                </a:solidFill>
              </a:rPr>
              <a:t> with a HashMap of answers</a:t>
            </a:r>
            <a:endParaRPr lang="en-US" sz="1500" dirty="0"/>
          </a:p>
        </p:txBody>
      </p:sp>
      <p:sp>
        <p:nvSpPr>
          <p:cNvPr id="11" name="Stat 3"/>
          <p:cNvSpPr/>
          <p:nvPr/>
        </p:nvSpPr>
        <p:spPr>
          <a:xfrm>
            <a:off x="8158277" y="1920240"/>
            <a:ext cx="348477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1157" y="21488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~0.5 s → 0 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3566160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the same answer, instantly</a:t>
            </a:r>
            <a:endParaRPr lang="en-US" sz="1500" dirty="0"/>
          </a:p>
        </p:txBody>
      </p:sp>
      <p:sp>
        <p:nvSpPr>
          <p:cNvPr id="14" name="Callout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3492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The naive version works out fib(38) twice, fib(37) three times… Store each answer the first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SEARCHING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vs binary search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Linear: O(n)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7680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a.length; i++)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(a[i] == target) return i;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739896"/>
            <a:ext cx="47242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Check every item.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100 million items: up to 100 million checks.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Binary: O(log n)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= (low + high) / 2;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 small? low = mid + 1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 big?   high = mid - 1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Halve a SORTED array each step.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100 million items: 27 checks.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sorting algorithms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869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86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Selection sort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find the smallest, swap it to the front; repeat. O(n²).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30937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061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37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Insertion sort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slide each item left into place, like a hand of cards. O(n²).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3129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6253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625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129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Merge sort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split in half, sort each half (recursively!), merge. O(n log n).</a:t>
            </a:r>
            <a:endParaRPr lang="en-US" sz="1800" dirty="0"/>
          </a:p>
        </p:txBody>
      </p:sp>
      <p:sp>
        <p:nvSpPr>
          <p:cNvPr id="17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In real programs, use Arrays.sort or list.sort.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BIG-O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 grows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325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Big-O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Double the input…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the same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array[i]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map.get(key)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one more step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binary search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doubles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linear search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 little more than doubles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merge sort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O(n²)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quadruples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insertion sort, nested loops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O(2ⁿ)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explodes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naive fib, Towers of Hanoi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No base case, or one that's never reached.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recursive call that isn't smaller.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Not returning the recursive call's result.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Binary search on unsorted data.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Off-by-one: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&lt; high</a:t>
            </a:r>
            <a:r>
              <a:rPr lang="en-US" sz="1450" dirty="0">
                <a:solidFill>
                  <a:srgbClr val="FFFFFF"/>
                </a:solidFill>
              </a:rPr>
              <a:t>, or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</a:t>
            </a:r>
            <a:r>
              <a:rPr lang="en-US" sz="1450" dirty="0">
                <a:solidFill>
                  <a:srgbClr val="FFFFFF"/>
                </a:solidFill>
              </a:rPr>
              <a:t> not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+ 1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Timing tiny inputs once, without a warm-up.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give the tree three branches.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eight recursive methods, no loops.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bubble sort, binary search, and Big-O by experiment.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and Algorithms at Work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 maze solver (DFS, BFS, generator). Track B: resistor networks and E12 values. Track C: a DNA toolkit and a generic merge sort.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17, Packages, Maven &amp; JUnit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16: Recursion &amp; Algorithms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2026-10-05T04:07:23Z</dcterms:created>
  <dcterms:modified xsi:type="dcterms:W3CDTF">2026-10-05T04:07:23Z</dcterms:modified>
</cp:coreProperties>
</file>