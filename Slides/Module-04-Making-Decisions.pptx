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4" id="{e425ccd0-91af-bbf8-8be1-8f6c87bcc14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few students to read out their results. LocalDate is the only new library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Indent everything inside the braces.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 includes the broken order. Run it with 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truth tables if students need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10 explains references properly; today just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semicolon after a switch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17's hook is a test catching a missing 400 rule. Mention it as a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story tree on paper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4  ·  MAKING DECISIONS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4  ·  MAKING DECISIONS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4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Decisions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if, else if and else; &amp;&amp; || !; comparing Strings properly; switch, and the ternary operator.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birthday detective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Ex00BirthdayDetective.java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you were born (1-31):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(1-12):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2008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were born on a SATURDAY.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Akan day name would be Kwame or Ama.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weekend baby: your parents didn't have to take a day off work!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 was a leap year, with 366 days.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Ex00BirthdayDetective.java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Check it against your own Akan day name.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Try 29 / 2 / 2000.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This program </a:t>
            </a:r>
            <a:r>
              <a:rPr lang="en-US" sz="1700" b="1" dirty="0">
                <a:solidFill>
                  <a:srgbClr val="1F2933"/>
                </a:solidFill>
              </a:rPr>
              <a:t>chooses</a:t>
            </a:r>
            <a:r>
              <a:rPr lang="en-US" sz="1700" dirty="0">
                <a:solidFill>
                  <a:srgbClr val="1F2933"/>
                </a:solidFill>
              </a:rPr>
              <a:t> which lines to run.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Every decision in it, including the leap-year rule, is in today's lesson.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IF / ELSE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path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hot."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"odd"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condition is a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No semicolon after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(...)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Exactly one branch of an if/else runs.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ELSE IF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paths: order matters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reached if mark &lt; 80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Java runs the </a:t>
            </a:r>
            <a:r>
              <a:rPr lang="en-US" sz="1550" b="1" dirty="0">
                <a:solidFill>
                  <a:srgbClr val="1F2933"/>
                </a:solidFill>
              </a:rPr>
              <a:t>first</a:t>
            </a:r>
            <a:r>
              <a:rPr lang="en-US" sz="1550" dirty="0">
                <a:solidFill>
                  <a:srgbClr val="1F2933"/>
                </a:solidFill>
              </a:rPr>
              <a:t> true branch only.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Put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&gt;= 50</a:t>
            </a:r>
            <a:r>
              <a:rPr lang="en-US" sz="1550" dirty="0">
                <a:solidFill>
                  <a:srgbClr val="1F2933"/>
                </a:solidFill>
              </a:rPr>
              <a:t> first, and 95 gets a D.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final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50" dirty="0">
                <a:solidFill>
                  <a:srgbClr val="1F2933"/>
                </a:solidFill>
              </a:rPr>
              <a:t> catches the rest.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COMBINING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&amp;&amp;, || and !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5239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True when…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&amp;&amp;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both sides are 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 &gt;= 60 &amp;&amp; hr &lt;= 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||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at least one side is 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 &lt; 60 || hr &gt; 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the condition is 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!isNormal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60 &lt;= hr &lt;= 100 doesn't compile. Short-circuiting: count != 0 &amp;&amp; total / count &gt; 50 is safe.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== TRAP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Strings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==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5212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== "yes"   // false!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493008"/>
            <a:ext cx="472424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Compares </a:t>
            </a:r>
            <a:r>
              <a:rPr lang="en-US" sz="1550" b="1" dirty="0">
                <a:solidFill>
                  <a:srgbClr val="1F2933"/>
                </a:solidFill>
              </a:rPr>
              <a:t>references</a:t>
            </a:r>
            <a:r>
              <a:rPr lang="en-US" sz="1550" dirty="0">
                <a:solidFill>
                  <a:srgbClr val="1F2933"/>
                </a:solidFill>
              </a:rPr>
              <a:t>: the same object?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Sometimes seems to work. Don't trust it.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.equals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answer.equals("yes")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answer.trim().equalsIgnoreCase("yes")</a:t>
            </a:r>
            <a:endParaRPr lang="en-US" sz="14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739896"/>
            <a:ext cx="4724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Compares the </a:t>
            </a:r>
            <a:r>
              <a:rPr lang="en-US" sz="1550" b="1" dirty="0">
                <a:solidFill>
                  <a:srgbClr val="1F2933"/>
                </a:solidFill>
              </a:rPr>
              <a:t>characters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Always use this for Strings.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Run Ex06StringEquality.java and type yes.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SWITCH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and arrow switch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classic: needs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"Stop."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"?"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arrow: a value, no fall-through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Forget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650" dirty="0">
                <a:solidFill>
                  <a:srgbClr val="1F2933"/>
                </a:solidFill>
              </a:rPr>
              <a:t> and it falls through.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arrow form is safer: use it.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Switch on int, char, String, enums.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LEAP YEARS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and the ternary operator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daysInFebruary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a leap year"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not a leap year"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2024 and 2000: leap. 1900 and 2100: not.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? ifTrue : ifFalse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Keep ternaries short.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18);</a:t>
            </a:r>
            <a:r>
              <a:rPr lang="en-US" sz="1450" dirty="0">
                <a:solidFill>
                  <a:srgbClr val="FFFFFF"/>
                </a:solidFill>
              </a:rPr>
              <a:t>: the semicolon ends the if.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Comparing Strings with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&lt;= mark &lt;= 100</a:t>
            </a:r>
            <a:r>
              <a:rPr lang="en-US" sz="1450" dirty="0">
                <a:solidFill>
                  <a:srgbClr val="FFFFFF"/>
                </a:solidFill>
              </a:rPr>
              <a:t>: write two comparisons.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The wrong order in an else-if chain.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Missing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450" dirty="0">
                <a:solidFill>
                  <a:srgbClr val="FFFFFF"/>
                </a:solidFill>
              </a:rPr>
              <a:t> in a classic switch.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Leaving out braces: only one statement belongs to the if.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 down every branch.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an electricity bill, band by band.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grades and grade points with switch.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Own Adventure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Three choices, four endings, a nested decision, a switch, &amp;&amp; or ||, a number that changes, and every path ending in THE END.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5, Loops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Making Decisions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2026-10-05T04:01:22Z</dcterms:created>
  <dcterms:modified xsi:type="dcterms:W3CDTF">2026-10-05T04:01:22Z</dcterms:modified>
</cp:coreProperties>
</file>