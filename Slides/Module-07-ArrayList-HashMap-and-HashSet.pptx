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7" id="{90cc3ee2-6a8b-a17d-2c78-4246757beb4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bring a song or speech to paste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1000 == 1000 being false with Integer.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Ex03 and Ex04.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Ex05 and Ex06.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Ex07 and Ex08. Check a list exists in the map before adding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Ex09 HashSet, Ex10 phone 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real vocabulary: Twi, Ga, Ewe, French, or course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7  ·  ARRAYLIST, HASHMAP &amp; HASHSET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7  ·  ARRAYLIST, HASHMAP &amp; HASHSET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MODULE 7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ArrayList, HashMap &amp; HashSet</a:t>
            </a:r>
            <a:endParaRPr lang="en-US" sz="40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Collections that grow, look things up by key, count things, and refuse duplicates.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this text say most?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Ex00WordFrequency.java (the output)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words, 43 different ones.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8: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        18 ******************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robot       4 ****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          4 ****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         3 ***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found       3 ***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only once: [a, arm, asleep, back, bench, broken, ...]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Ex00WordFrequency.java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Every word counted and ranked.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Paste in your own text.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Painful with arrays; easy with collections.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A list that grows, a map that looks up by name, and a set with no duplicates.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ARRAYLIST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list that grows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"Ama"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 the end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"Yaw"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insert at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like a[0]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"AMA"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like a[1] = ...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like a.length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"Kojo"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"Esi"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indexOf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"Esi"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[Yaw, AMA] - prints nicely</a:t>
            </a:r>
            <a:endParaRPr lang="en-US" sz="15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&lt;String&gt;</a:t>
            </a:r>
            <a:r>
              <a:rPr lang="en-US" sz="1550" dirty="0">
                <a:solidFill>
                  <a:srgbClr val="1F2933"/>
                </a:solidFill>
              </a:rPr>
              <a:t>: what the list holds.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</a:t>
            </a:r>
            <a:r>
              <a:rPr lang="en-US" sz="1550" dirty="0">
                <a:solidFill>
                  <a:srgbClr val="1F2933"/>
                </a:solidFill>
              </a:rPr>
              <a:t>: Java fills it in.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Indexes from 0, as with arrays.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WRAPPER CLASSES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of numbers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1783080"/>
            <a:ext cx="536432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W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Integer, not int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4815688" cy="126187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6328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ArrayList&lt;Integer&gt; marks =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ArrayList&lt;&gt;();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marks.add(72);    // autoboxing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 = marks.get(0);</a:t>
            </a:r>
            <a:endParaRPr lang="en-US" sz="1500" dirty="0"/>
          </a:p>
        </p:txBody>
      </p:sp>
      <p:sp>
        <p:nvSpPr>
          <p:cNvPr id="11" name="Bullets"/>
          <p:cNvSpPr txBox="1"/>
          <p:nvPr/>
        </p:nvSpPr>
        <p:spPr>
          <a:xfrm>
            <a:off x="868680" y="4233672"/>
            <a:ext cx="472424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Collections hold objects only.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Integer, Double, Boolean, Character.</a:t>
            </a:r>
            <a:endParaRPr lang="en-US" sz="1550" dirty="0"/>
          </a:p>
        </p:txBody>
      </p:sp>
      <p:sp>
        <p:nvSpPr>
          <p:cNvPr id="12" name="Card 2"/>
          <p:cNvSpPr/>
          <p:nvPr/>
        </p:nvSpPr>
        <p:spPr>
          <a:xfrm>
            <a:off x="6278728" y="1783080"/>
            <a:ext cx="536432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3048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304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!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Two traps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53048" y="2743200"/>
            <a:ext cx="4815688" cy="10149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0208" y="2743200"/>
            <a:ext cx="4632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numbers.remove(1);   // INDEX 1!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numbers.remove(Integer.valueOf(1));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a.equals(b)   // not a == b</a:t>
            </a:r>
            <a:endParaRPr lang="en-US" sz="1500" dirty="0"/>
          </a:p>
        </p:txBody>
      </p:sp>
      <p:sp>
        <p:nvSpPr>
          <p:cNvPr id="18" name="Bullets"/>
          <p:cNvSpPr txBox="1"/>
          <p:nvPr/>
        </p:nvSpPr>
        <p:spPr>
          <a:xfrm>
            <a:off x="6598768" y="3986784"/>
            <a:ext cx="4724248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remove(int)</a:t>
            </a:r>
            <a:r>
              <a:rPr lang="en-US" sz="1550" dirty="0">
                <a:solidFill>
                  <a:srgbClr val="1F2933"/>
                </a:solidFill>
              </a:rPr>
              <a:t> removes by index.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Compare Integers with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.equals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REMOVING SAFELY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remove inside a for-each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startsWith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"buy"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ConcurrentModificationException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backwards: safe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startsWith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"buy"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shuffle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Loop backwards, or use an Iterator.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Module 15: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tasks.removeIf(...)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List.of(...)</a:t>
            </a:r>
            <a:r>
              <a:rPr lang="en-US" sz="1550" dirty="0">
                <a:solidFill>
                  <a:srgbClr val="1F2933"/>
                </a:solidFill>
              </a:rPr>
              <a:t> is fixed: copy it to change it.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HASHMAP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things up by key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"Ghana"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"Accra"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"Ghana"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"Accra"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"Mali"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null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getOrDefault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"Mali"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"?"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containsKey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"Ghana"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entrySet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getKey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-&gt; 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getValue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Each key appears once: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r>
              <a:rPr lang="en-US" sz="1550" dirty="0">
                <a:solidFill>
                  <a:srgbClr val="1F2933"/>
                </a:solidFill>
              </a:rPr>
              <a:t> replaces.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Fast lookup, even with millions.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HashMap: no order. TreeMap: sorted. LinkedHashMap: insertion order.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THE COUNTING PATTERN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heart of the hook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tally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TreeMap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votes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tally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tally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getOrDefault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or:  tally.merge(vote, 1, Integer::sum);</a:t>
            </a:r>
            <a:endParaRPr lang="en-US" sz="18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Look up the count (or 0), add 1, put it back.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Maps can hold lists: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 List&lt;Integer&gt;&gt;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06424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CHOOSING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collection?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6949440"/>
                <a:gridCol w="41422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You need…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Use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A fixed number of values, or a grid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an array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An ordered list that grows and shrinks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ArrayList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To look values up by a key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HashMap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 (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TreeMap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 sorted)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To know if you've seen something / remove duplicates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HashSet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 (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TreeSet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 sorted)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Sets: add() returns false for a duplicate; retainAll, addAll and removeAll do intersection, union and difference.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ArrayList&lt;int&gt;</a:t>
            </a:r>
            <a:r>
              <a:rPr lang="en-US" sz="1450" dirty="0">
                <a:solidFill>
                  <a:srgbClr val="FFFFFF"/>
                </a:solidFill>
              </a:rPr>
              <a:t>: use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remove(1)</a:t>
            </a:r>
            <a:r>
              <a:rPr lang="en-US" sz="1450" dirty="0">
                <a:solidFill>
                  <a:srgbClr val="FFFFFF"/>
                </a:solidFill>
              </a:rPr>
              <a:t> on an Integer list removes index 1.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Comparing objects with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Removing inside a for-each loop.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Forgetting that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450" dirty="0">
                <a:solidFill>
                  <a:srgbClr val="FFFFFF"/>
                </a:solidFill>
              </a:rPr>
              <a:t> can return null.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Expecting a HashMap to keep order.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Run every example; put your own text in the hook.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1: a shopping list manager.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2: an election counter with no double voting.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Build the project, then commit and push.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Vocabulary Quiz Master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A HashMap of words, a shuffled quiz, a list of mistakes with no duplicates, a practice mode, and an alphabetical word list.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8, Methods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7: ArrayList, HashMap &amp; HashSet</dc:title>
  <dc:subject>Lecture slides</dc:subject>
  <dc:creator>Introduction to Java Programming</dc:creator>
  <cp:lastModifiedBy>Introduction to Java Programming</cp:lastModifiedBy>
  <cp:revision>1</cp:revision>
  <dcterms:created xsi:type="dcterms:W3CDTF">2026-10-05T04:03:28Z</dcterms:created>
  <dcterms:modified xsi:type="dcterms:W3CDTF">2026-10-05T04:03:28Z</dcterms:modified>
</cp:coreProperties>
</file>